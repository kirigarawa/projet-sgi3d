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43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PROJET SGI3D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67E22"/>
                </a:solidFill>
              </a:rPr>
              <a:t>Supervision et Gestion d'Imprimantes 3D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2926080"/>
            <a:ext cx="5486400" cy="1828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CF0F1"/>
                </a:solidFill>
              </a:rPr>
              <a:t>REVUE DE PROJET N°1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PARTIE PERSONNELLE - ÉTUDIANT 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DC3C7"/>
                </a:solidFill>
              </a:rPr>
              <a:t>Périmètre : Gestion Imprimantes &amp; Contrôle à Distance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BTS CIEL IR 2026 - Lycée Joseph GAILLARD - Fort-de-France, Martinique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Mon Périmètre Fonctionnel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7E22"/>
                </a:solidFill>
              </a:rPr>
              <a:t>Gestion des Imprimantes 3D &amp; Pilotage à Distance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🖨️ GESTION IMPRESSIONS 3D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Interface Octoprint (contrôle imprimantes)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Upload fichiers STL et slicing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Lancement et arrêt impressions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Surveillance progression temps réel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Génération timelapses automatiques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4114800" cy="3200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VISUALISATION DONNÉES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Dashboard Grafana (graphiques temps réel)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Historique impressions et statistiques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Galerie vidéos timelapses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Rapports d'utilisation FabLab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📱 CONTRÔLE À DISTANCE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Connexion 4G via clé USB Huawei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783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VPN sécurisé (accès distant)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Home Assistant (application mobile)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2402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Commande prises connectées Nedis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Arrêt d'urgence à distance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663440" y="2926080"/>
            <a:ext cx="4114800" cy="3200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💾 STOCKAGE &amp; ARCHIVAGE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291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NAS Synology (fichiers STL, timelapses)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520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Base MySQL (logs, historique jobs)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7490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Sauvegarde automatique quotidienne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9776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Organisation bibliothèque modèles 3D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RP1 - Étudiant 2 - Périmètre fonctionnel | Page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Diagramme de Cas d'Utilisation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7E22"/>
                </a:solidFill>
              </a:rPr>
              <a:t>Périmètre Étudiant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0" y="1371600"/>
            <a:ext cx="1828800" cy="36576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6576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👤 Utilisateur FabLab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60320" cy="82296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📤 Lancer impression 3D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Upload STL, slicing, démarrage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103120"/>
            <a:ext cx="2560320" cy="82296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📊 Surveiller progression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État temps réel, progression %, estimation fin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2560320" cy="82296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60350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🛑 Arrêter à distance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Contrôle 4G, urgence mobile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560320" cy="82296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📈 Consulter historique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Grafana, stats, timelapses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3200400"/>
            <a:ext cx="2560320" cy="82296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329184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🔌 Piloter prises WiFi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ON/OFF imprimantes Nedis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3200400"/>
            <a:ext cx="2560320" cy="82296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603504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🎬 Accéder timelapses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Vidéos NAS, streaming web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RP1 - Étudiant 2 - UML Cas d'Utilisation | Page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Diagramme de Déploiement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7E22"/>
                </a:solidFill>
              </a:rPr>
              <a:t>Architecture Technique - Périmètre Étudiant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📱 MOBILE (4G)
</a:t>
            </a: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Home Assistant App (contrôle à distance)
  └─ VPN Tunnel → Raspberry Pi
</a:t>
            </a:r>
            <a:r>
              <a:rPr lang="en-US" sz="12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🖥️ RASPBERRY PI 4/5 (Serveur Principal)
</a:t>
            </a: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Octoprint (gestion impressions)
  ├─ Grafana (visualisation)
  ├─ Home Assistant (domotique)
  └─ VPN Server (accès distant)
</a:t>
            </a:r>
            <a:r>
              <a:rPr lang="en-US" sz="11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🖨️ IMPRIMANTES    💾 NAS    🔌 PRISES    🔐 MYSQL
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RP1 - Étudiant 2 - Diagramme de Déploiement | Page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Nomenclature &amp; Chiffrage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7E22"/>
                </a:solidFill>
              </a:rPr>
              <a:t>Budget Périmètre Étudiant 2 (Devis Excel 2026)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7680960" cy="32308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Équipement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Qté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P.U. (€)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(€)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Fournisseur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Imprimante 3D Creality Ender 3 V2 Neo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169,00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169,00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LDLC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Adaptateur USB Huawei E3372 (4G LTE)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49,90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49,90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Cdiscount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Carte SIM M2M Orange Caraïbe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5,50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5,50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Orange MQ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Prise intelligente Nedis SmartLife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19,75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19,75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LDLC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Carte relais Waveshare 3 voies RPi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19,99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19,99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Amazon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Carte microSD 128Go Sandisk Ultra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15,99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15,99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Cdiscount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Disque dur WD Elements 2To USB 3.0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70,00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70,00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Cdiscount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Écran LCD tactile 7" Raspberry Pi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79,50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79,50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Kubii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Pack Clavier+Souris Sans Fil PORT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39,95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39,95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LDLC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Alimentation RPi 4 USB-C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12,00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Kubii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Câble USB 2.0 A/B - 3m Nedis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6,90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6,90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LDLC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083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SOUS-TOTAL PÉRIMÈTRE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</a:rPr>
                        <a:t>488,48 €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480560"/>
            <a:ext cx="8595360" cy="22860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⚠️ Budget total projet : 1 000€ | Part Étudiant 2 : 48,8% (gestion impressions + contrôle distant)</a:t>
            </a:r>
            <a:endParaRPr lang="en-US" sz="1000" dirty="0"/>
          </a:p>
        </p:txBody>
      </p:sp>
      <p:sp>
        <p:nvSpPr>
          <p:cNvPr id="4" name="Text 3"/>
          <p:cNvSpPr/>
          <p:nvPr/>
        </p:nvSpPr>
        <p:spPr>
          <a:xfrm>
            <a:off x="274320" y="4709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RP1 - Étudiant 2 - Nomenclature &amp; Chiffrage | Page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Synthèse Périmètre Étudiant 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CF0F1"/>
                </a:solidFill>
              </a:rPr>
              <a:t>✅ 6 cas d'utilisation définis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CF0F1"/>
                </a:solidFill>
              </a:rPr>
              <a:t>✅ Architecture technique déployée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CF0F1"/>
                </a:solidFill>
              </a:rPr>
              <a:t>✅ Budget maîtrisé : 488€ / 1000€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CF0F1"/>
                </a:solidFill>
              </a:rPr>
              <a:t>✅ Technologies open-source privilégiées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CF0F1"/>
                </a:solidFill>
              </a:rPr>
              <a:t>✅ Contrôle à distance sécurisé (4G + VPN)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CF0F1"/>
                </a:solidFill>
              </a:rPr>
              <a:t>✅ Monitoring temps réel intégré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</a:rPr>
              <a:t>Prêt pour développement et tests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582</Words>
  <Application>Microsoft Office PowerPoint</Application>
  <PresentationFormat>Affichage à l'écran (16:9)</PresentationFormat>
  <Paragraphs>131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RP1 - SGI3D - Partie Personnelle</dc:title>
  <dc:subject>PptxGenJS Presentation</dc:subject>
  <dc:creator>Étudiant 2 - BTS CIEL IR 2026</dc:creator>
  <cp:lastModifiedBy>Matthieu Mondor</cp:lastModifiedBy>
  <cp:revision>2</cp:revision>
  <dcterms:created xsi:type="dcterms:W3CDTF">2025-12-26T20:48:47Z</dcterms:created>
  <dcterms:modified xsi:type="dcterms:W3CDTF">2026-01-06T15:52:56Z</dcterms:modified>
</cp:coreProperties>
</file>